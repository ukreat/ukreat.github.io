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4"/>
  </p:normalViewPr>
  <p:slideViewPr>
    <p:cSldViewPr snapToGrid="0">
      <p:cViewPr>
        <p:scale>
          <a:sx n="212" d="100"/>
          <a:sy n="212" d="100"/>
        </p:scale>
        <p:origin x="-2528" y="-2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77E9-01A9-061D-0154-C4690DACC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73954-FD66-2D5E-12C3-FAFFE7F17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B8461-B134-F91A-5DA5-C8B710B4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AD5C5-33B7-1AF6-272C-8BDAFEE3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1E9A6-5C09-2A51-DF41-F0F95DBE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0698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1CBAC-C0B1-4266-80D3-C8296F95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F2155-03C8-0E39-B7AB-969BA892B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4CB1C-DA40-AC74-F19F-3F4719BA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5EFEA-9E53-8027-D250-D55B776F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0BA60-217A-664E-2CC9-A38EAA8DB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615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8CA9-AB2C-2804-0711-6E96C145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09D88-EAA1-2326-1E3C-A80824046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0B8DB-3F15-27BB-01B4-DDC11AB5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4962F-2D39-75E9-86B4-D9F029C0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7B56B-3874-C879-27F1-3247B682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147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269C-C5C5-C3F5-F0DC-0AE57CB0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F9BF9-3468-4422-26C1-E0F3B8440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D76BC-9DA2-7B99-2CD4-2EBB3706B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D3BC7-A265-604C-9B49-F440A8198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0BCC6-175E-01AB-B349-34827361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F026D-9654-E0BD-6AD2-4521AAF8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784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5F7C-6FBE-78BA-5C99-50917B0A1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06F47-3E26-EA8F-C5ED-F00C55565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40B55-4ED7-C36E-80A8-8E3D5E0BB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ADB45-2F65-72AB-A0C1-14268FE73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F76EE-7869-0215-748E-9DA485FF6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23B13-5828-CC08-77E6-46B23719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769FF6-AF9D-01D4-D564-1D16D1C4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38A770-6630-601F-DFB5-84E810D2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4643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133A-73A5-EE96-2D5B-686904D7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8DE979-8720-9623-EB4C-5ACFE5D5D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84389-6244-186A-1BDC-886B62AE8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69C86-B0AF-C2C9-D752-ABED2A41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5387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5A129E-6EFF-888B-DBF3-70F68A0C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22C4F-1BD4-539B-F553-498FBC38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1A1A6-80DD-C998-B33D-D4FC8B11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9565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B3D4-943A-A361-F7EF-D4E91163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26981-C871-CE53-1D4C-9C649934A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10AE1-505F-3463-8CA6-DA30776AA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5958A-991C-C3F9-71BA-DF964C63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AA1F0-49DE-A529-5F7A-C81CA6AD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FADD1-2E86-739A-DEDE-0E6C40F7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463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C59B-2490-8983-AE72-7FD056CE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95F4B-BD2F-BE52-32D9-B7FCEAA9A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CFD87-F032-5D72-985A-73259DFCE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6ACE2-8F14-ED05-29E4-1C1B996B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3E906-EDAD-C2F4-0897-17B46972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6E8C2-06E2-8B58-EF40-26177135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162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B9BB-3898-E8B8-79D1-B3421DCF7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C5F50-88C2-2DAA-23C7-1DA2076B3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211D3-EC92-7AE4-0ACC-B6DB796F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A5549-11E5-2D17-93C5-CAA904E0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E16DB-2FB8-D00D-C758-0C06B2EB3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8548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97661-3203-572C-9216-F0AA8B093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E3C36-C841-FAC4-0A12-F53B459FA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46604-41EF-7D4E-DEED-C0690D66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E4AD9-A19A-6175-D64A-5D92A150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0CCF3-E672-1533-F7F8-675FC747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735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6DA17-9E31-65E2-5FEB-AF9CCF0D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073E1-F354-0545-B60D-AB8DFD6AF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35A69-CE60-F04A-965D-3648E25CE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7526-4782-6F40-B9E8-E33987D49A8E}" type="datetimeFigureOut">
              <a:rPr lang="en-NL" smtClean="0"/>
              <a:t>19/01/2026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449BD-138D-702E-390F-B23673601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0592-D533-E3BE-CD84-8E16F93D6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53E9A-B4A1-AD4E-8D03-AAEAAC9498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851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3431C613-4C5F-5B56-CEDB-802811878676}"/>
              </a:ext>
            </a:extLst>
          </p:cNvPr>
          <p:cNvGrpSpPr/>
          <p:nvPr/>
        </p:nvGrpSpPr>
        <p:grpSpPr>
          <a:xfrm>
            <a:off x="5490105" y="2550780"/>
            <a:ext cx="1211791" cy="1756440"/>
            <a:chOff x="5578306" y="2334229"/>
            <a:chExt cx="1211791" cy="1756440"/>
          </a:xfrm>
        </p:grpSpPr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528DAB6A-7C89-DA0F-49A7-362419023942}"/>
                </a:ext>
              </a:extLst>
            </p:cNvPr>
            <p:cNvSpPr/>
            <p:nvPr/>
          </p:nvSpPr>
          <p:spPr>
            <a:xfrm rot="10800000" flipH="1" flipV="1">
              <a:off x="5578306" y="2334229"/>
              <a:ext cx="1034065" cy="1756440"/>
            </a:xfrm>
            <a:custGeom>
              <a:avLst/>
              <a:gdLst>
                <a:gd name="csX0" fmla="*/ 662189 w 1034065"/>
                <a:gd name="csY0" fmla="*/ 0 h 1756440"/>
                <a:gd name="csX1" fmla="*/ 763035 w 1034065"/>
                <a:gd name="csY1" fmla="*/ 10119 h 1756440"/>
                <a:gd name="csX2" fmla="*/ 792870 w 1034065"/>
                <a:gd name="csY2" fmla="*/ 19238 h 1756440"/>
                <a:gd name="csX3" fmla="*/ 824906 w 1034065"/>
                <a:gd name="csY3" fmla="*/ 37040 h 1756440"/>
                <a:gd name="csX4" fmla="*/ 1017056 w 1034065"/>
                <a:gd name="csY4" fmla="*/ 321588 h 1756440"/>
                <a:gd name="csX5" fmla="*/ 1023874 w 1034065"/>
                <a:gd name="csY5" fmla="*/ 369528 h 1756440"/>
                <a:gd name="csX6" fmla="*/ 999131 w 1034065"/>
                <a:gd name="csY6" fmla="*/ 366991 h 1756440"/>
                <a:gd name="csX7" fmla="*/ 621794 w 1034065"/>
                <a:gd name="csY7" fmla="*/ 878221 h 1756440"/>
                <a:gd name="csX8" fmla="*/ 999131 w 1034065"/>
                <a:gd name="csY8" fmla="*/ 1389450 h 1756440"/>
                <a:gd name="csX9" fmla="*/ 1034065 w 1034065"/>
                <a:gd name="csY9" fmla="*/ 1385869 h 1756440"/>
                <a:gd name="csX10" fmla="*/ 1033977 w 1034065"/>
                <a:gd name="csY10" fmla="*/ 1393298 h 1756440"/>
                <a:gd name="csX11" fmla="*/ 832192 w 1034065"/>
                <a:gd name="csY11" fmla="*/ 1719034 h 1756440"/>
                <a:gd name="csX12" fmla="*/ 804310 w 1034065"/>
                <a:gd name="csY12" fmla="*/ 1733705 h 1756440"/>
                <a:gd name="csX13" fmla="*/ 763035 w 1034065"/>
                <a:gd name="csY13" fmla="*/ 1746321 h 1756440"/>
                <a:gd name="csX14" fmla="*/ 662189 w 1034065"/>
                <a:gd name="csY14" fmla="*/ 1756440 h 1756440"/>
                <a:gd name="csX15" fmla="*/ 0 w 1034065"/>
                <a:gd name="csY15" fmla="*/ 878220 h 1756440"/>
                <a:gd name="csX16" fmla="*/ 662189 w 1034065"/>
                <a:gd name="csY16" fmla="*/ 0 h 17564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034065" h="1756440">
                  <a:moveTo>
                    <a:pt x="662189" y="0"/>
                  </a:moveTo>
                  <a:cubicBezTo>
                    <a:pt x="696475" y="0"/>
                    <a:pt x="730152" y="3456"/>
                    <a:pt x="763035" y="10119"/>
                  </a:cubicBezTo>
                  <a:lnTo>
                    <a:pt x="792870" y="19238"/>
                  </a:lnTo>
                  <a:lnTo>
                    <a:pt x="824906" y="37040"/>
                  </a:lnTo>
                  <a:cubicBezTo>
                    <a:pt x="922246" y="102633"/>
                    <a:pt x="992283" y="204095"/>
                    <a:pt x="1017056" y="321588"/>
                  </a:cubicBezTo>
                  <a:lnTo>
                    <a:pt x="1023874" y="369528"/>
                  </a:lnTo>
                  <a:lnTo>
                    <a:pt x="999131" y="366991"/>
                  </a:lnTo>
                  <a:cubicBezTo>
                    <a:pt x="790734" y="366991"/>
                    <a:pt x="621794" y="595876"/>
                    <a:pt x="621794" y="878221"/>
                  </a:cubicBezTo>
                  <a:cubicBezTo>
                    <a:pt x="621794" y="1160565"/>
                    <a:pt x="790734" y="1389450"/>
                    <a:pt x="999131" y="1389450"/>
                  </a:cubicBezTo>
                  <a:lnTo>
                    <a:pt x="1034065" y="1385869"/>
                  </a:lnTo>
                  <a:lnTo>
                    <a:pt x="1033977" y="1393298"/>
                  </a:lnTo>
                  <a:cubicBezTo>
                    <a:pt x="1022791" y="1527993"/>
                    <a:pt x="945990" y="1646507"/>
                    <a:pt x="832192" y="1719034"/>
                  </a:cubicBezTo>
                  <a:lnTo>
                    <a:pt x="804310" y="1733705"/>
                  </a:lnTo>
                  <a:lnTo>
                    <a:pt x="763035" y="1746321"/>
                  </a:lnTo>
                  <a:cubicBezTo>
                    <a:pt x="730152" y="1752984"/>
                    <a:pt x="696475" y="1756440"/>
                    <a:pt x="662189" y="1756440"/>
                  </a:cubicBezTo>
                  <a:cubicBezTo>
                    <a:pt x="296473" y="1756440"/>
                    <a:pt x="0" y="1363248"/>
                    <a:pt x="0" y="878220"/>
                  </a:cubicBezTo>
                  <a:cubicBezTo>
                    <a:pt x="0" y="393192"/>
                    <a:pt x="296473" y="0"/>
                    <a:pt x="662189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2986CD1-E709-5950-933F-90436923F9F9}"/>
                </a:ext>
              </a:extLst>
            </p:cNvPr>
            <p:cNvSpPr/>
            <p:nvPr/>
          </p:nvSpPr>
          <p:spPr>
            <a:xfrm rot="10800000" flipH="1" flipV="1">
              <a:off x="6200099" y="2701220"/>
              <a:ext cx="412877" cy="1022459"/>
            </a:xfrm>
            <a:custGeom>
              <a:avLst/>
              <a:gdLst>
                <a:gd name="csX0" fmla="*/ 377337 w 412877"/>
                <a:gd name="csY0" fmla="*/ 0 h 1022459"/>
                <a:gd name="csX1" fmla="*/ 402080 w 412877"/>
                <a:gd name="csY1" fmla="*/ 2537 h 1022459"/>
                <a:gd name="csX2" fmla="*/ 403794 w 412877"/>
                <a:gd name="csY2" fmla="*/ 14588 h 1022459"/>
                <a:gd name="csX3" fmla="*/ 404283 w 412877"/>
                <a:gd name="csY3" fmla="*/ 76699 h 1022459"/>
                <a:gd name="csX4" fmla="*/ 357058 w 412877"/>
                <a:gd name="csY4" fmla="*/ 255411 h 1022459"/>
                <a:gd name="csX5" fmla="*/ 349614 w 412877"/>
                <a:gd name="csY5" fmla="*/ 267411 h 1022459"/>
                <a:gd name="csX6" fmla="*/ 336082 w 412877"/>
                <a:gd name="csY6" fmla="*/ 279212 h 1022459"/>
                <a:gd name="csX7" fmla="*/ 241285 w 412877"/>
                <a:gd name="csY7" fmla="*/ 521097 h 1022459"/>
                <a:gd name="csX8" fmla="*/ 336082 w 412877"/>
                <a:gd name="csY8" fmla="*/ 762982 h 1022459"/>
                <a:gd name="csX9" fmla="*/ 351268 w 412877"/>
                <a:gd name="csY9" fmla="*/ 776225 h 1022459"/>
                <a:gd name="csX10" fmla="*/ 366247 w 412877"/>
                <a:gd name="csY10" fmla="*/ 799108 h 1022459"/>
                <a:gd name="csX11" fmla="*/ 412877 w 412877"/>
                <a:gd name="csY11" fmla="*/ 967677 h 1022459"/>
                <a:gd name="csX12" fmla="*/ 412271 w 412877"/>
                <a:gd name="csY12" fmla="*/ 1018878 h 1022459"/>
                <a:gd name="csX13" fmla="*/ 377337 w 412877"/>
                <a:gd name="csY13" fmla="*/ 1022459 h 1022459"/>
                <a:gd name="csX14" fmla="*/ 0 w 412877"/>
                <a:gd name="csY14" fmla="*/ 511230 h 1022459"/>
                <a:gd name="csX15" fmla="*/ 377337 w 412877"/>
                <a:gd name="csY15" fmla="*/ 0 h 1022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12877" h="1022459">
                  <a:moveTo>
                    <a:pt x="377337" y="0"/>
                  </a:moveTo>
                  <a:lnTo>
                    <a:pt x="402080" y="2537"/>
                  </a:lnTo>
                  <a:lnTo>
                    <a:pt x="403794" y="14588"/>
                  </a:lnTo>
                  <a:cubicBezTo>
                    <a:pt x="405325" y="34969"/>
                    <a:pt x="405516" y="55703"/>
                    <a:pt x="404283" y="76699"/>
                  </a:cubicBezTo>
                  <a:cubicBezTo>
                    <a:pt x="400526" y="140687"/>
                    <a:pt x="383902" y="201048"/>
                    <a:pt x="357058" y="255411"/>
                  </a:cubicBezTo>
                  <a:lnTo>
                    <a:pt x="349614" y="267411"/>
                  </a:lnTo>
                  <a:lnTo>
                    <a:pt x="336082" y="279212"/>
                  </a:lnTo>
                  <a:cubicBezTo>
                    <a:pt x="277512" y="341116"/>
                    <a:pt x="241285" y="426635"/>
                    <a:pt x="241285" y="521097"/>
                  </a:cubicBezTo>
                  <a:cubicBezTo>
                    <a:pt x="241285" y="615559"/>
                    <a:pt x="277512" y="701078"/>
                    <a:pt x="336082" y="762982"/>
                  </a:cubicBezTo>
                  <a:lnTo>
                    <a:pt x="351268" y="776225"/>
                  </a:lnTo>
                  <a:lnTo>
                    <a:pt x="366247" y="799108"/>
                  </a:lnTo>
                  <a:cubicBezTo>
                    <a:pt x="392909" y="850354"/>
                    <a:pt x="409331" y="907287"/>
                    <a:pt x="412877" y="967677"/>
                  </a:cubicBezTo>
                  <a:lnTo>
                    <a:pt x="412271" y="1018878"/>
                  </a:lnTo>
                  <a:lnTo>
                    <a:pt x="377337" y="1022459"/>
                  </a:lnTo>
                  <a:cubicBezTo>
                    <a:pt x="168940" y="1022459"/>
                    <a:pt x="0" y="793574"/>
                    <a:pt x="0" y="511230"/>
                  </a:cubicBezTo>
                  <a:cubicBezTo>
                    <a:pt x="0" y="228885"/>
                    <a:pt x="168940" y="0"/>
                    <a:pt x="377337" y="0"/>
                  </a:cubicBezTo>
                  <a:close/>
                </a:path>
              </a:pathLst>
            </a:custGeom>
            <a:solidFill>
              <a:srgbClr val="8B050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D6F3473-D15C-2D98-CE90-7D7D95459CA2}"/>
                </a:ext>
              </a:extLst>
            </p:cNvPr>
            <p:cNvSpPr/>
            <p:nvPr/>
          </p:nvSpPr>
          <p:spPr>
            <a:xfrm rot="10800000" flipH="1" flipV="1">
              <a:off x="6441384" y="2703757"/>
              <a:ext cx="348713" cy="1016341"/>
            </a:xfrm>
            <a:custGeom>
              <a:avLst/>
              <a:gdLst>
                <a:gd name="csX0" fmla="*/ 160795 w 348713"/>
                <a:gd name="csY0" fmla="*/ 0 h 1016341"/>
                <a:gd name="csX1" fmla="*/ 193516 w 348713"/>
                <a:gd name="csY1" fmla="*/ 3354 h 1016341"/>
                <a:gd name="csX2" fmla="*/ 210517 w 348713"/>
                <a:gd name="csY2" fmla="*/ 8662 h 1016341"/>
                <a:gd name="csX3" fmla="*/ 228773 w 348713"/>
                <a:gd name="csY3" fmla="*/ 19025 h 1016341"/>
                <a:gd name="csX4" fmla="*/ 343406 w 348713"/>
                <a:gd name="csY4" fmla="*/ 255744 h 1016341"/>
                <a:gd name="csX5" fmla="*/ 316496 w 348713"/>
                <a:gd name="csY5" fmla="*/ 359776 h 1016341"/>
                <a:gd name="csX6" fmla="*/ 312254 w 348713"/>
                <a:gd name="csY6" fmla="*/ 366761 h 1016341"/>
                <a:gd name="csX7" fmla="*/ 304543 w 348713"/>
                <a:gd name="csY7" fmla="*/ 373631 h 1016341"/>
                <a:gd name="csX8" fmla="*/ 250525 w 348713"/>
                <a:gd name="csY8" fmla="*/ 514437 h 1016341"/>
                <a:gd name="csX9" fmla="*/ 304543 w 348713"/>
                <a:gd name="csY9" fmla="*/ 655243 h 1016341"/>
                <a:gd name="csX10" fmla="*/ 313197 w 348713"/>
                <a:gd name="csY10" fmla="*/ 662952 h 1016341"/>
                <a:gd name="csX11" fmla="*/ 321732 w 348713"/>
                <a:gd name="csY11" fmla="*/ 676273 h 1016341"/>
                <a:gd name="csX12" fmla="*/ 348303 w 348713"/>
                <a:gd name="csY12" fmla="*/ 774400 h 1016341"/>
                <a:gd name="csX13" fmla="*/ 232924 w 348713"/>
                <a:gd name="csY13" fmla="*/ 998147 h 1016341"/>
                <a:gd name="csX14" fmla="*/ 217036 w 348713"/>
                <a:gd name="csY14" fmla="*/ 1006688 h 1016341"/>
                <a:gd name="csX15" fmla="*/ 193516 w 348713"/>
                <a:gd name="csY15" fmla="*/ 1014032 h 1016341"/>
                <a:gd name="csX16" fmla="*/ 170986 w 348713"/>
                <a:gd name="csY16" fmla="*/ 1016341 h 1016341"/>
                <a:gd name="csX17" fmla="*/ 171592 w 348713"/>
                <a:gd name="csY17" fmla="*/ 965140 h 1016341"/>
                <a:gd name="csX18" fmla="*/ 124962 w 348713"/>
                <a:gd name="csY18" fmla="*/ 796571 h 1016341"/>
                <a:gd name="csX19" fmla="*/ 109983 w 348713"/>
                <a:gd name="csY19" fmla="*/ 773688 h 1016341"/>
                <a:gd name="csX20" fmla="*/ 94797 w 348713"/>
                <a:gd name="csY20" fmla="*/ 760445 h 1016341"/>
                <a:gd name="csX21" fmla="*/ 0 w 348713"/>
                <a:gd name="csY21" fmla="*/ 518560 h 1016341"/>
                <a:gd name="csX22" fmla="*/ 94797 w 348713"/>
                <a:gd name="csY22" fmla="*/ 276675 h 1016341"/>
                <a:gd name="csX23" fmla="*/ 108329 w 348713"/>
                <a:gd name="csY23" fmla="*/ 264874 h 1016341"/>
                <a:gd name="csX24" fmla="*/ 115773 w 348713"/>
                <a:gd name="csY24" fmla="*/ 252874 h 1016341"/>
                <a:gd name="csX25" fmla="*/ 162998 w 348713"/>
                <a:gd name="csY25" fmla="*/ 74162 h 1016341"/>
                <a:gd name="csX26" fmla="*/ 162509 w 348713"/>
                <a:gd name="csY26" fmla="*/ 12051 h 1016341"/>
                <a:gd name="csX27" fmla="*/ 160795 w 348713"/>
                <a:gd name="csY27" fmla="*/ 0 h 1016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48713" h="1016341">
                  <a:moveTo>
                    <a:pt x="160795" y="0"/>
                  </a:moveTo>
                  <a:lnTo>
                    <a:pt x="193516" y="3354"/>
                  </a:lnTo>
                  <a:lnTo>
                    <a:pt x="210517" y="8662"/>
                  </a:lnTo>
                  <a:lnTo>
                    <a:pt x="228773" y="19025"/>
                  </a:lnTo>
                  <a:cubicBezTo>
                    <a:pt x="302729" y="69936"/>
                    <a:pt x="349026" y="157966"/>
                    <a:pt x="343406" y="255744"/>
                  </a:cubicBezTo>
                  <a:cubicBezTo>
                    <a:pt x="341265" y="292993"/>
                    <a:pt x="331793" y="328130"/>
                    <a:pt x="316496" y="359776"/>
                  </a:cubicBezTo>
                  <a:lnTo>
                    <a:pt x="312254" y="366761"/>
                  </a:lnTo>
                  <a:lnTo>
                    <a:pt x="304543" y="373631"/>
                  </a:lnTo>
                  <a:cubicBezTo>
                    <a:pt x="271168" y="409666"/>
                    <a:pt x="250525" y="459449"/>
                    <a:pt x="250525" y="514437"/>
                  </a:cubicBezTo>
                  <a:cubicBezTo>
                    <a:pt x="250525" y="569425"/>
                    <a:pt x="271168" y="619208"/>
                    <a:pt x="304543" y="655243"/>
                  </a:cubicBezTo>
                  <a:lnTo>
                    <a:pt x="313197" y="662952"/>
                  </a:lnTo>
                  <a:lnTo>
                    <a:pt x="321732" y="676273"/>
                  </a:lnTo>
                  <a:cubicBezTo>
                    <a:pt x="336925" y="706104"/>
                    <a:pt x="346283" y="739246"/>
                    <a:pt x="348303" y="774400"/>
                  </a:cubicBezTo>
                  <a:cubicBezTo>
                    <a:pt x="353607" y="866681"/>
                    <a:pt x="307034" y="949897"/>
                    <a:pt x="232924" y="998147"/>
                  </a:cubicBezTo>
                  <a:lnTo>
                    <a:pt x="217036" y="1006688"/>
                  </a:lnTo>
                  <a:lnTo>
                    <a:pt x="193516" y="1014032"/>
                  </a:lnTo>
                  <a:lnTo>
                    <a:pt x="170986" y="1016341"/>
                  </a:lnTo>
                  <a:lnTo>
                    <a:pt x="171592" y="965140"/>
                  </a:lnTo>
                  <a:cubicBezTo>
                    <a:pt x="168046" y="904750"/>
                    <a:pt x="151624" y="847817"/>
                    <a:pt x="124962" y="796571"/>
                  </a:cubicBezTo>
                  <a:lnTo>
                    <a:pt x="109983" y="773688"/>
                  </a:lnTo>
                  <a:lnTo>
                    <a:pt x="94797" y="760445"/>
                  </a:lnTo>
                  <a:cubicBezTo>
                    <a:pt x="36227" y="698541"/>
                    <a:pt x="0" y="613022"/>
                    <a:pt x="0" y="518560"/>
                  </a:cubicBezTo>
                  <a:cubicBezTo>
                    <a:pt x="0" y="424098"/>
                    <a:pt x="36227" y="338579"/>
                    <a:pt x="94797" y="276675"/>
                  </a:cubicBezTo>
                  <a:lnTo>
                    <a:pt x="108329" y="264874"/>
                  </a:lnTo>
                  <a:lnTo>
                    <a:pt x="115773" y="252874"/>
                  </a:lnTo>
                  <a:cubicBezTo>
                    <a:pt x="142617" y="198511"/>
                    <a:pt x="159241" y="138150"/>
                    <a:pt x="162998" y="74162"/>
                  </a:cubicBezTo>
                  <a:cubicBezTo>
                    <a:pt x="164231" y="53166"/>
                    <a:pt x="164040" y="32432"/>
                    <a:pt x="162509" y="12051"/>
                  </a:cubicBezTo>
                  <a:lnTo>
                    <a:pt x="160795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dirty="0"/>
            </a:p>
          </p:txBody>
        </p:sp>
      </p:grpSp>
    </p:spTree>
    <p:extLst>
      <p:ext uri="{BB962C8B-B14F-4D97-AF65-F5344CB8AC3E}">
        <p14:creationId xmlns:p14="http://schemas.microsoft.com/office/powerpoint/2010/main" val="3836879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7F0B1FB4-74FD-7113-9A65-104686F4468A}"/>
              </a:ext>
            </a:extLst>
          </p:cNvPr>
          <p:cNvSpPr/>
          <p:nvPr/>
        </p:nvSpPr>
        <p:spPr>
          <a:xfrm rot="10800000" flipH="1" flipV="1">
            <a:off x="5578306" y="2334229"/>
            <a:ext cx="1034065" cy="1756440"/>
          </a:xfrm>
          <a:custGeom>
            <a:avLst/>
            <a:gdLst>
              <a:gd name="csX0" fmla="*/ 662189 w 1034065"/>
              <a:gd name="csY0" fmla="*/ 0 h 1756440"/>
              <a:gd name="csX1" fmla="*/ 763035 w 1034065"/>
              <a:gd name="csY1" fmla="*/ 10119 h 1756440"/>
              <a:gd name="csX2" fmla="*/ 792870 w 1034065"/>
              <a:gd name="csY2" fmla="*/ 19238 h 1756440"/>
              <a:gd name="csX3" fmla="*/ 824906 w 1034065"/>
              <a:gd name="csY3" fmla="*/ 37040 h 1756440"/>
              <a:gd name="csX4" fmla="*/ 1017056 w 1034065"/>
              <a:gd name="csY4" fmla="*/ 321588 h 1756440"/>
              <a:gd name="csX5" fmla="*/ 1023874 w 1034065"/>
              <a:gd name="csY5" fmla="*/ 369528 h 1756440"/>
              <a:gd name="csX6" fmla="*/ 999131 w 1034065"/>
              <a:gd name="csY6" fmla="*/ 366991 h 1756440"/>
              <a:gd name="csX7" fmla="*/ 621794 w 1034065"/>
              <a:gd name="csY7" fmla="*/ 878221 h 1756440"/>
              <a:gd name="csX8" fmla="*/ 999131 w 1034065"/>
              <a:gd name="csY8" fmla="*/ 1389450 h 1756440"/>
              <a:gd name="csX9" fmla="*/ 1034065 w 1034065"/>
              <a:gd name="csY9" fmla="*/ 1385869 h 1756440"/>
              <a:gd name="csX10" fmla="*/ 1033977 w 1034065"/>
              <a:gd name="csY10" fmla="*/ 1393298 h 1756440"/>
              <a:gd name="csX11" fmla="*/ 832192 w 1034065"/>
              <a:gd name="csY11" fmla="*/ 1719034 h 1756440"/>
              <a:gd name="csX12" fmla="*/ 804310 w 1034065"/>
              <a:gd name="csY12" fmla="*/ 1733705 h 1756440"/>
              <a:gd name="csX13" fmla="*/ 763035 w 1034065"/>
              <a:gd name="csY13" fmla="*/ 1746321 h 1756440"/>
              <a:gd name="csX14" fmla="*/ 662189 w 1034065"/>
              <a:gd name="csY14" fmla="*/ 1756440 h 1756440"/>
              <a:gd name="csX15" fmla="*/ 0 w 1034065"/>
              <a:gd name="csY15" fmla="*/ 878220 h 1756440"/>
              <a:gd name="csX16" fmla="*/ 662189 w 1034065"/>
              <a:gd name="csY16" fmla="*/ 0 h 1756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034065" h="1756440">
                <a:moveTo>
                  <a:pt x="662189" y="0"/>
                </a:moveTo>
                <a:cubicBezTo>
                  <a:pt x="696475" y="0"/>
                  <a:pt x="730152" y="3456"/>
                  <a:pt x="763035" y="10119"/>
                </a:cubicBezTo>
                <a:lnTo>
                  <a:pt x="792870" y="19238"/>
                </a:lnTo>
                <a:lnTo>
                  <a:pt x="824906" y="37040"/>
                </a:lnTo>
                <a:cubicBezTo>
                  <a:pt x="922246" y="102633"/>
                  <a:pt x="992283" y="204095"/>
                  <a:pt x="1017056" y="321588"/>
                </a:cubicBezTo>
                <a:lnTo>
                  <a:pt x="1023874" y="369528"/>
                </a:lnTo>
                <a:lnTo>
                  <a:pt x="999131" y="366991"/>
                </a:lnTo>
                <a:cubicBezTo>
                  <a:pt x="790734" y="366991"/>
                  <a:pt x="621794" y="595876"/>
                  <a:pt x="621794" y="878221"/>
                </a:cubicBezTo>
                <a:cubicBezTo>
                  <a:pt x="621794" y="1160565"/>
                  <a:pt x="790734" y="1389450"/>
                  <a:pt x="999131" y="1389450"/>
                </a:cubicBezTo>
                <a:lnTo>
                  <a:pt x="1034065" y="1385869"/>
                </a:lnTo>
                <a:lnTo>
                  <a:pt x="1033977" y="1393298"/>
                </a:lnTo>
                <a:cubicBezTo>
                  <a:pt x="1022791" y="1527993"/>
                  <a:pt x="945990" y="1646507"/>
                  <a:pt x="832192" y="1719034"/>
                </a:cubicBezTo>
                <a:lnTo>
                  <a:pt x="804310" y="1733705"/>
                </a:lnTo>
                <a:lnTo>
                  <a:pt x="763035" y="1746321"/>
                </a:lnTo>
                <a:cubicBezTo>
                  <a:pt x="730152" y="1752984"/>
                  <a:pt x="696475" y="1756440"/>
                  <a:pt x="662189" y="1756440"/>
                </a:cubicBezTo>
                <a:cubicBezTo>
                  <a:pt x="296473" y="1756440"/>
                  <a:pt x="0" y="1363248"/>
                  <a:pt x="0" y="878220"/>
                </a:cubicBezTo>
                <a:cubicBezTo>
                  <a:pt x="0" y="393192"/>
                  <a:pt x="296473" y="0"/>
                  <a:pt x="662189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L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01D1C99-A640-A4EC-0293-FDF1CF35FDB8}"/>
              </a:ext>
            </a:extLst>
          </p:cNvPr>
          <p:cNvSpPr/>
          <p:nvPr/>
        </p:nvSpPr>
        <p:spPr>
          <a:xfrm rot="10800000" flipH="1" flipV="1">
            <a:off x="6200099" y="2701220"/>
            <a:ext cx="412877" cy="1022459"/>
          </a:xfrm>
          <a:custGeom>
            <a:avLst/>
            <a:gdLst>
              <a:gd name="csX0" fmla="*/ 377337 w 412877"/>
              <a:gd name="csY0" fmla="*/ 0 h 1022459"/>
              <a:gd name="csX1" fmla="*/ 402080 w 412877"/>
              <a:gd name="csY1" fmla="*/ 2537 h 1022459"/>
              <a:gd name="csX2" fmla="*/ 403794 w 412877"/>
              <a:gd name="csY2" fmla="*/ 14588 h 1022459"/>
              <a:gd name="csX3" fmla="*/ 404283 w 412877"/>
              <a:gd name="csY3" fmla="*/ 76699 h 1022459"/>
              <a:gd name="csX4" fmla="*/ 357058 w 412877"/>
              <a:gd name="csY4" fmla="*/ 255411 h 1022459"/>
              <a:gd name="csX5" fmla="*/ 349614 w 412877"/>
              <a:gd name="csY5" fmla="*/ 267411 h 1022459"/>
              <a:gd name="csX6" fmla="*/ 336082 w 412877"/>
              <a:gd name="csY6" fmla="*/ 279212 h 1022459"/>
              <a:gd name="csX7" fmla="*/ 241285 w 412877"/>
              <a:gd name="csY7" fmla="*/ 521097 h 1022459"/>
              <a:gd name="csX8" fmla="*/ 336082 w 412877"/>
              <a:gd name="csY8" fmla="*/ 762982 h 1022459"/>
              <a:gd name="csX9" fmla="*/ 351268 w 412877"/>
              <a:gd name="csY9" fmla="*/ 776225 h 1022459"/>
              <a:gd name="csX10" fmla="*/ 366247 w 412877"/>
              <a:gd name="csY10" fmla="*/ 799108 h 1022459"/>
              <a:gd name="csX11" fmla="*/ 412877 w 412877"/>
              <a:gd name="csY11" fmla="*/ 967677 h 1022459"/>
              <a:gd name="csX12" fmla="*/ 412271 w 412877"/>
              <a:gd name="csY12" fmla="*/ 1018878 h 1022459"/>
              <a:gd name="csX13" fmla="*/ 377337 w 412877"/>
              <a:gd name="csY13" fmla="*/ 1022459 h 1022459"/>
              <a:gd name="csX14" fmla="*/ 0 w 412877"/>
              <a:gd name="csY14" fmla="*/ 511230 h 1022459"/>
              <a:gd name="csX15" fmla="*/ 377337 w 412877"/>
              <a:gd name="csY15" fmla="*/ 0 h 1022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412877" h="1022459">
                <a:moveTo>
                  <a:pt x="377337" y="0"/>
                </a:moveTo>
                <a:lnTo>
                  <a:pt x="402080" y="2537"/>
                </a:lnTo>
                <a:lnTo>
                  <a:pt x="403794" y="14588"/>
                </a:lnTo>
                <a:cubicBezTo>
                  <a:pt x="405325" y="34969"/>
                  <a:pt x="405516" y="55703"/>
                  <a:pt x="404283" y="76699"/>
                </a:cubicBezTo>
                <a:cubicBezTo>
                  <a:pt x="400526" y="140687"/>
                  <a:pt x="383902" y="201048"/>
                  <a:pt x="357058" y="255411"/>
                </a:cubicBezTo>
                <a:lnTo>
                  <a:pt x="349614" y="267411"/>
                </a:lnTo>
                <a:lnTo>
                  <a:pt x="336082" y="279212"/>
                </a:lnTo>
                <a:cubicBezTo>
                  <a:pt x="277512" y="341116"/>
                  <a:pt x="241285" y="426635"/>
                  <a:pt x="241285" y="521097"/>
                </a:cubicBezTo>
                <a:cubicBezTo>
                  <a:pt x="241285" y="615559"/>
                  <a:pt x="277512" y="701078"/>
                  <a:pt x="336082" y="762982"/>
                </a:cubicBezTo>
                <a:lnTo>
                  <a:pt x="351268" y="776225"/>
                </a:lnTo>
                <a:lnTo>
                  <a:pt x="366247" y="799108"/>
                </a:lnTo>
                <a:cubicBezTo>
                  <a:pt x="392909" y="850354"/>
                  <a:pt x="409331" y="907287"/>
                  <a:pt x="412877" y="967677"/>
                </a:cubicBezTo>
                <a:lnTo>
                  <a:pt x="412271" y="1018878"/>
                </a:lnTo>
                <a:lnTo>
                  <a:pt x="377337" y="1022459"/>
                </a:lnTo>
                <a:cubicBezTo>
                  <a:pt x="168940" y="1022459"/>
                  <a:pt x="0" y="793574"/>
                  <a:pt x="0" y="511230"/>
                </a:cubicBezTo>
                <a:cubicBezTo>
                  <a:pt x="0" y="228885"/>
                  <a:pt x="168940" y="0"/>
                  <a:pt x="377337" y="0"/>
                </a:cubicBezTo>
                <a:close/>
              </a:path>
            </a:pathLst>
          </a:custGeom>
          <a:solidFill>
            <a:srgbClr val="8B05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0760A0-3FF9-C30C-2FE4-6639AFC6A178}"/>
              </a:ext>
            </a:extLst>
          </p:cNvPr>
          <p:cNvSpPr/>
          <p:nvPr/>
        </p:nvSpPr>
        <p:spPr>
          <a:xfrm rot="10800000" flipH="1" flipV="1">
            <a:off x="6441384" y="2703757"/>
            <a:ext cx="348713" cy="1016341"/>
          </a:xfrm>
          <a:custGeom>
            <a:avLst/>
            <a:gdLst>
              <a:gd name="csX0" fmla="*/ 160795 w 348713"/>
              <a:gd name="csY0" fmla="*/ 0 h 1016341"/>
              <a:gd name="csX1" fmla="*/ 193516 w 348713"/>
              <a:gd name="csY1" fmla="*/ 3354 h 1016341"/>
              <a:gd name="csX2" fmla="*/ 210517 w 348713"/>
              <a:gd name="csY2" fmla="*/ 8662 h 1016341"/>
              <a:gd name="csX3" fmla="*/ 228773 w 348713"/>
              <a:gd name="csY3" fmla="*/ 19025 h 1016341"/>
              <a:gd name="csX4" fmla="*/ 343406 w 348713"/>
              <a:gd name="csY4" fmla="*/ 255744 h 1016341"/>
              <a:gd name="csX5" fmla="*/ 316496 w 348713"/>
              <a:gd name="csY5" fmla="*/ 359776 h 1016341"/>
              <a:gd name="csX6" fmla="*/ 312254 w 348713"/>
              <a:gd name="csY6" fmla="*/ 366761 h 1016341"/>
              <a:gd name="csX7" fmla="*/ 304543 w 348713"/>
              <a:gd name="csY7" fmla="*/ 373631 h 1016341"/>
              <a:gd name="csX8" fmla="*/ 250525 w 348713"/>
              <a:gd name="csY8" fmla="*/ 514437 h 1016341"/>
              <a:gd name="csX9" fmla="*/ 304543 w 348713"/>
              <a:gd name="csY9" fmla="*/ 655243 h 1016341"/>
              <a:gd name="csX10" fmla="*/ 313197 w 348713"/>
              <a:gd name="csY10" fmla="*/ 662952 h 1016341"/>
              <a:gd name="csX11" fmla="*/ 321732 w 348713"/>
              <a:gd name="csY11" fmla="*/ 676273 h 1016341"/>
              <a:gd name="csX12" fmla="*/ 348303 w 348713"/>
              <a:gd name="csY12" fmla="*/ 774400 h 1016341"/>
              <a:gd name="csX13" fmla="*/ 232924 w 348713"/>
              <a:gd name="csY13" fmla="*/ 998147 h 1016341"/>
              <a:gd name="csX14" fmla="*/ 217036 w 348713"/>
              <a:gd name="csY14" fmla="*/ 1006688 h 1016341"/>
              <a:gd name="csX15" fmla="*/ 193516 w 348713"/>
              <a:gd name="csY15" fmla="*/ 1014032 h 1016341"/>
              <a:gd name="csX16" fmla="*/ 170986 w 348713"/>
              <a:gd name="csY16" fmla="*/ 1016341 h 1016341"/>
              <a:gd name="csX17" fmla="*/ 171592 w 348713"/>
              <a:gd name="csY17" fmla="*/ 965140 h 1016341"/>
              <a:gd name="csX18" fmla="*/ 124962 w 348713"/>
              <a:gd name="csY18" fmla="*/ 796571 h 1016341"/>
              <a:gd name="csX19" fmla="*/ 109983 w 348713"/>
              <a:gd name="csY19" fmla="*/ 773688 h 1016341"/>
              <a:gd name="csX20" fmla="*/ 94797 w 348713"/>
              <a:gd name="csY20" fmla="*/ 760445 h 1016341"/>
              <a:gd name="csX21" fmla="*/ 0 w 348713"/>
              <a:gd name="csY21" fmla="*/ 518560 h 1016341"/>
              <a:gd name="csX22" fmla="*/ 94797 w 348713"/>
              <a:gd name="csY22" fmla="*/ 276675 h 1016341"/>
              <a:gd name="csX23" fmla="*/ 108329 w 348713"/>
              <a:gd name="csY23" fmla="*/ 264874 h 1016341"/>
              <a:gd name="csX24" fmla="*/ 115773 w 348713"/>
              <a:gd name="csY24" fmla="*/ 252874 h 1016341"/>
              <a:gd name="csX25" fmla="*/ 162998 w 348713"/>
              <a:gd name="csY25" fmla="*/ 74162 h 1016341"/>
              <a:gd name="csX26" fmla="*/ 162509 w 348713"/>
              <a:gd name="csY26" fmla="*/ 12051 h 1016341"/>
              <a:gd name="csX27" fmla="*/ 160795 w 348713"/>
              <a:gd name="csY27" fmla="*/ 0 h 1016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48713" h="1016341">
                <a:moveTo>
                  <a:pt x="160795" y="0"/>
                </a:moveTo>
                <a:lnTo>
                  <a:pt x="193516" y="3354"/>
                </a:lnTo>
                <a:lnTo>
                  <a:pt x="210517" y="8662"/>
                </a:lnTo>
                <a:lnTo>
                  <a:pt x="228773" y="19025"/>
                </a:lnTo>
                <a:cubicBezTo>
                  <a:pt x="302729" y="69936"/>
                  <a:pt x="349026" y="157966"/>
                  <a:pt x="343406" y="255744"/>
                </a:cubicBezTo>
                <a:cubicBezTo>
                  <a:pt x="341265" y="292993"/>
                  <a:pt x="331793" y="328130"/>
                  <a:pt x="316496" y="359776"/>
                </a:cubicBezTo>
                <a:lnTo>
                  <a:pt x="312254" y="366761"/>
                </a:lnTo>
                <a:lnTo>
                  <a:pt x="304543" y="373631"/>
                </a:lnTo>
                <a:cubicBezTo>
                  <a:pt x="271168" y="409666"/>
                  <a:pt x="250525" y="459449"/>
                  <a:pt x="250525" y="514437"/>
                </a:cubicBezTo>
                <a:cubicBezTo>
                  <a:pt x="250525" y="569425"/>
                  <a:pt x="271168" y="619208"/>
                  <a:pt x="304543" y="655243"/>
                </a:cubicBezTo>
                <a:lnTo>
                  <a:pt x="313197" y="662952"/>
                </a:lnTo>
                <a:lnTo>
                  <a:pt x="321732" y="676273"/>
                </a:lnTo>
                <a:cubicBezTo>
                  <a:pt x="336925" y="706104"/>
                  <a:pt x="346283" y="739246"/>
                  <a:pt x="348303" y="774400"/>
                </a:cubicBezTo>
                <a:cubicBezTo>
                  <a:pt x="353607" y="866681"/>
                  <a:pt x="307034" y="949897"/>
                  <a:pt x="232924" y="998147"/>
                </a:cubicBezTo>
                <a:lnTo>
                  <a:pt x="217036" y="1006688"/>
                </a:lnTo>
                <a:lnTo>
                  <a:pt x="193516" y="1014032"/>
                </a:lnTo>
                <a:lnTo>
                  <a:pt x="170986" y="1016341"/>
                </a:lnTo>
                <a:lnTo>
                  <a:pt x="171592" y="965140"/>
                </a:lnTo>
                <a:cubicBezTo>
                  <a:pt x="168046" y="904750"/>
                  <a:pt x="151624" y="847817"/>
                  <a:pt x="124962" y="796571"/>
                </a:cubicBezTo>
                <a:lnTo>
                  <a:pt x="109983" y="773688"/>
                </a:lnTo>
                <a:lnTo>
                  <a:pt x="94797" y="760445"/>
                </a:lnTo>
                <a:cubicBezTo>
                  <a:pt x="36227" y="698541"/>
                  <a:pt x="0" y="613022"/>
                  <a:pt x="0" y="518560"/>
                </a:cubicBezTo>
                <a:cubicBezTo>
                  <a:pt x="0" y="424098"/>
                  <a:pt x="36227" y="338579"/>
                  <a:pt x="94797" y="276675"/>
                </a:cubicBezTo>
                <a:lnTo>
                  <a:pt x="108329" y="264874"/>
                </a:lnTo>
                <a:lnTo>
                  <a:pt x="115773" y="252874"/>
                </a:lnTo>
                <a:cubicBezTo>
                  <a:pt x="142617" y="198511"/>
                  <a:pt x="159241" y="138150"/>
                  <a:pt x="162998" y="74162"/>
                </a:cubicBezTo>
                <a:cubicBezTo>
                  <a:pt x="164231" y="53166"/>
                  <a:pt x="164040" y="32432"/>
                  <a:pt x="162509" y="12051"/>
                </a:cubicBezTo>
                <a:lnTo>
                  <a:pt x="16079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8934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Roemer Janse</dc:creator>
  <cp:lastModifiedBy>Roemer Janse</cp:lastModifiedBy>
  <cp:revision>1</cp:revision>
  <dcterms:created xsi:type="dcterms:W3CDTF">2026-01-19T08:03:36Z</dcterms:created>
  <dcterms:modified xsi:type="dcterms:W3CDTF">2026-01-19T08:21:14Z</dcterms:modified>
</cp:coreProperties>
</file>